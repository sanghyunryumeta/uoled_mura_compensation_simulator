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ROI Processor DLL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Simple Manual</a:t>
            </a:r>
          </a:p>
          <a:p/>
          <a:p>
            <a:r>
              <a:t>roi_dll.dll + roi.py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Package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This folder contains everything needed to run ROI processing: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roi_dll.dll       DLL — call ROI() from any language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roi.py            Python module — single dependency for DLL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roi_dll.h         C header (for C/C++ projects)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roi_dll.lib       Import library (for MSVC linker)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Simple_Manual.pptx   This file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Only 2 files are required at runtime:  roi_dll.dll  +  roi.py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Place both in the same folder.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Setup (One-Time)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1.  Install Python 3.12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   Download: https://www.python.org/downloads/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   Ensure 'Add Python to PATH' is checked during install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2.  Install required packages (open Command Prompt):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   pip install numpy opencv-python pillow ruptures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3.  Place roi_dll.dll and roi.py in your working folder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4.  Done! You can now call ROI() from Python, C, MATLAB, or C#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2E"/>
                </a:solidFill>
              </a:defRPr>
            </a:pPr>
            <a:r>
              <a:t>Usage: Python (via DLL)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8412480" cy="4023360"/>
          </a:xfrm>
          <a:prstGeom prst="rect">
            <a:avLst/>
          </a:prstGeom>
          <a:solidFill>
            <a:srgbClr val="1E1E1E"/>
          </a:solidFill>
          <a:ln w="12700">
            <a:solidFill>
              <a:srgbClr val="555555"/>
            </a:solidFill>
          </a:ln>
        </p:spPr>
        <p:txBody>
          <a:bodyPr wrap="square" tIns="101600" bIns="101600" lIns="127000" rIns="127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import ctypes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Load DLL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lib = ctypes.CDLL(r"C:\my_folder\roi_dll.dll")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Declare function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lib.ROI_with_output.argtypes = [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ctypes.c_char_p, ctypes.c_char_p, ctypes.c_char_p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lib.ROI_with_output.restype = ctypes.c_int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Run processing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ret = lib.ROI_with_output(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b"C:/data/W_ROI.png",       # ROI reference image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b"C:/data/W128.png",        # Target image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b"C:/data/output",          # Output folder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print("Success!" if ret == 0 else "Failed")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800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Strings must be bytes (b"...").  Returns 0=success, -1=error.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2E"/>
                </a:solidFill>
              </a:defRPr>
            </a:pPr>
            <a:r>
              <a:t>Usage: Python (Direct — No DLL)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8412480" cy="4023360"/>
          </a:xfrm>
          <a:prstGeom prst="rect">
            <a:avLst/>
          </a:prstGeom>
          <a:solidFill>
            <a:srgbClr val="1E1E1E"/>
          </a:solidFill>
          <a:ln w="12700">
            <a:solidFill>
              <a:srgbClr val="555555"/>
            </a:solidFill>
          </a:ln>
        </p:spPr>
        <p:txBody>
          <a:bodyPr wrap="square" tIns="101600" bIns="101600" lIns="127000" rIns="127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You can also use roi.py directly without the DLL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from roi import ROI, ROI_with_output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Option A: auto output folder (out_ROI/ next to ROI file)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ret = ROI("C:/data/W_ROI.png", "C:/data/W128.png")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Option B: specify output folder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ret = ROI_with_output(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"C:/data/W_ROI.png",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"C:/data/W128.png",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"C:/data/my_output",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print("Success!" if ret == 0 else "Failed")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Option C: command line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6A9955"/>
                </a:solidFill>
                <a:latin typeface="Consolas"/>
              </a:defRPr>
            </a:pPr>
            <a:r>
              <a:t>#   python roi.py C:/data/W_ROI.png C:/data/W128.png -o C:/output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800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When calling roi.py directly, regular strings work (no b"" needed).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1A2E"/>
                </a:solidFill>
              </a:defRPr>
            </a:pPr>
            <a:r>
              <a:t>Usage: MATLAB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8412480" cy="4023360"/>
          </a:xfrm>
          <a:prstGeom prst="rect">
            <a:avLst/>
          </a:prstGeom>
          <a:solidFill>
            <a:srgbClr val="1E1E1E"/>
          </a:solidFill>
          <a:ln w="12700">
            <a:solidFill>
              <a:srgbClr val="555555"/>
            </a:solidFill>
          </a:ln>
        </p:spPr>
        <p:txBody>
          <a:bodyPr wrap="square" tIns="101600" bIns="101600" lIns="127000" rIns="127000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% Load the DLL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loadlibrary('roi_dll.dll', 'roi_dll.h');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% Call ROI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ret = calllib('roi_dll', 'ROI',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'C:/data/W_ROI.png',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'C:/data/W128.png');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fprintf('Result: %d\n', ret);   % 0=success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% With output directory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ret = calllib('roi_dll', 'ROI_with_output',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'C:/data/W_ROI.png',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'C:/data/W128.png', ...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    'C:/data/output');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% Cleanup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100">
                <a:solidFill>
                  <a:srgbClr val="D4D4D4"/>
                </a:solidFill>
                <a:latin typeface="Consolas"/>
              </a:defRPr>
            </a:pPr>
            <a:r>
              <a:t>unloadlibrary('roi_dll');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8006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Place roi_dll.dll, roi_dll.h, and roi.py in MATLAB's current folder.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Output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For each target image (e.g. W128), three files are created: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W128.tif     16-bit TIFF — raw processed image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W128.png     16-bit PNG  — pixel values ×24 (for viewing)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W128.csv     CSV — centre-normalised values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CSV multiplier is auto-detected from filename: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Filename         CSV multiplier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────────         ──────────────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W32*.png         ×5.2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W128*.png        ×109.8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Other            no CSV generated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A2E"/>
                </a:solidFill>
              </a:defRPr>
            </a:pPr>
            <a: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"python312.dll not found"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→ Install Python 3.12 and add to system PATH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"No module named 'roi'"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→ Place roi.py in the same folder as roi_dll.dll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"No module named 'ruptures'" (or cv2, numpy, PIL)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→ pip install numpy opencv-python pillow ruptures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Return code -1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→ Check that image paths are correct and files exist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TypeError with strings (Python ctypes)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</a:defRPr>
            </a:pPr>
            <a:r>
              <a:t>   → Use bytes:  b"C:/path"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